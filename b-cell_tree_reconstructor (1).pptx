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268" r:id="rId48"/>
    <p:sldId id="266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31" autoAdjust="0"/>
    <p:restoredTop sz="94660"/>
  </p:normalViewPr>
  <p:slideViewPr>
    <p:cSldViewPr snapToGrid="0">
      <p:cViewPr>
        <p:scale>
          <a:sx n="33" d="100"/>
          <a:sy n="33" d="100"/>
        </p:scale>
        <p:origin x="-226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1279-3363-8409-BE72-AAB5474E6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0090D-49AA-C02E-54C3-F5AB784D8B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81961-8416-87D7-6135-37ABA61E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DD1FD-EEF1-735C-9364-2B67DC8BC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74EFA-0F80-E013-7B1D-C7D4485A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37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164A5-4948-A387-E7E3-36116498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0303E-E3D9-7BF0-FE26-68858DD2DF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96813-F3EC-DB4F-6F7C-CED2ABC26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57EB7-82E6-43B5-3D25-3F1D13AF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49BD9-23AB-66D2-F0C7-6FE17245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3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75FA2-C1F0-5CAF-3C6D-D837A5836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E4D08-ED09-C21B-31E1-D3D5CAF62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ECAB9-0AAC-6B4C-5D0C-30066E768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2699C-E9DA-44CB-B29B-4A3C71E3D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5E81E-9EF8-E1C6-2BA6-F2CE7FED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379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DF3A-FCE1-1556-65AD-4B032307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3B346-5E3F-DA4F-0261-7962A02BC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E64F6-4B32-69F4-5A7C-E7F490715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3BC4F-9A6D-D6F9-1C57-E0D30A210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02525-B6D2-CA3F-B5DA-258FD546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7DF03E-B043-772E-1F5E-D47A2895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92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A4FE-A198-EE59-7D55-84451E7A7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3FCA1-1AAF-C425-7347-A45B68732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0182FE-ABF7-9F3D-6774-512CC247D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D682C-1B7E-ED53-7206-931DE5C2A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75404-442B-5E1D-267C-A815F8230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8699CC-3B78-D095-CFCA-4E753F036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88F451-387D-2F16-E3CA-A0100A45D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947A68-C020-52C6-6E3D-592744CB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5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D952B-2EEF-1B37-4F0F-2D6863B7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E724F-056E-48FD-C9BF-FB59F345E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6D02DD-3D23-C72A-E97E-FB211F83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77B587-1631-B149-1D52-AF389F9EA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3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C99984-FCC8-1274-3EBA-CC10BE880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A9440-6E78-4CA7-E3BB-9146F0F2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B8F88-8CA0-AE5A-9B77-3A26F2BD8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59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8726A-56B4-C5C7-8554-79314A7F5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0B049-A2C9-F6C0-5544-27BB0D28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11325-3529-0A49-B973-5D3CC6476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31181-178C-604E-6C4A-69883DF3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87CF1-EC63-E014-57A5-BA17B1F4A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8046A-5CCB-877F-C56B-6A3D682F0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2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C6F-A2B6-9432-8CAB-BB433465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12CEA9-BF41-C499-A6FC-27D775311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819BAD-4F8F-1E6B-3FB6-AD6479A4A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3AA34-DB93-455C-5E83-827310A81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802858-F5F7-61E1-F05B-831D7697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51004-77AE-4D69-3A5C-3D72103B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08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B726-1E58-221B-CA6D-51A60BBE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C7248-E876-8689-1EDA-7890BC5CE2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17AE2-15BC-B7FE-C349-0EE246CFB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8868-3F98-5977-916D-847FA393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6D929-2A8D-2230-A796-7E3FD134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3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A39FCC-B93A-C22F-75C4-A808C61F8C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C0FFC4-9B6D-8DC0-DC21-47E91F14C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1C16E-D176-65D3-71F9-92435E230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393E-134D-91D1-A7BC-000AB9E12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DBC34-6472-3DF0-FC2C-FC396938B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60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88C42C-B362-FDB3-E0FF-5FE3B4B4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34959-4A91-503E-C505-C2E06E4A1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33A3A-852E-131C-E801-3FAB3B020A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3C7DE-E165-49E2-AD48-E060E9B7390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5DBB0-3D04-38BE-435E-AA1A6F4CD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D48DA-E027-BA4F-1332-36BEA5618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86DAB-85E8-435A-93DA-90B2B2CD3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4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B54D5-2BCF-50D5-7690-F722F7BDC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</a:t>
            </a:r>
            <a:r>
              <a:rPr lang="en-US" dirty="0" err="1"/>
              <a:t>New_Amino</a:t>
            </a:r>
            <a:r>
              <a:rPr lang="en-US" dirty="0"/>
              <a:t>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445D9C1-A777-A3EB-C621-CAA0B2FCE9B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73834"/>
            <a:ext cx="5181600" cy="325492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5008D2-50FB-0976-0998-1FF94C38AC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24339" y="2477081"/>
            <a:ext cx="4277322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50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D249F-33C2-B0FE-C793-F3A82FB79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7E3D5-66EC-47F6-3D3B-3DE1EC7D9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918CA9-5783-1057-594E-DCC17C69A4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07952"/>
            <a:ext cx="5181600" cy="318668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BB54D3-CCF9-8928-7599-78B3106267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81550" y="2481844"/>
            <a:ext cx="3762900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23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7B5F-C704-2347-FFE5-2A2D2DAA4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FB5F-FEED-F8E8-8634-AB5C83974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1223DE9-9DC8-FEF3-1E57-8047D948A6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40956"/>
            <a:ext cx="5181600" cy="312067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38A8F9-651C-4896-372C-82D040BF7EA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52971" y="2286554"/>
            <a:ext cx="3820058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418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3D9CD-AADC-6070-844E-5E3C2B9E8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41F4-1EB6-861F-BBC2-B91357D4B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8144C3D-F7ED-4EB9-7B03-8DB3769103C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12721"/>
            <a:ext cx="5181600" cy="3377145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BFF24E-5B84-E933-4C41-3DDCF2DA1E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69186" y="2091203"/>
            <a:ext cx="4232396" cy="337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25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F809-9E07-64C1-F20E-F726ABFD7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69D1E-A137-0250-C87E-AE09E818C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EB306E-FF60-4823-7901-7715BF02DE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77467"/>
            <a:ext cx="5181600" cy="364765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5A5D45-75C0-8D49-7E07-137C82FED4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3" y="1805476"/>
            <a:ext cx="4434142" cy="375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59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141B8-79FD-16CA-7255-416E93B37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6FB3-4628-90BE-BB43-D231820F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B87FC6-79D2-74C0-2596-A7D5E5C7FED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4675"/>
            <a:ext cx="5181600" cy="351323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D92CEA-01FA-BB95-0778-FC168BB1D2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85552" y="2021795"/>
            <a:ext cx="4397003" cy="351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05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CC52-C537-A85F-EC14-E09581E94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BDD4-67B7-7D76-AB05-607F724C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F650F6-7470-0E62-6326-F70EE9C48C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41505"/>
            <a:ext cx="5181600" cy="351957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A391DE-D58A-F33C-44C4-7FABB5AC6E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7211" y="2241505"/>
            <a:ext cx="3890555" cy="329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201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FCC9E-EF69-49CE-CF69-68E6A4DD3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CB5F-5025-F9E7-1587-FE92C01DF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B30A00-123B-EF33-B554-168E9CAEB71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41707"/>
            <a:ext cx="5181600" cy="391917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756D66-7612-F08C-8B79-EBFBD37AFC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2731" y="2041707"/>
            <a:ext cx="4155982" cy="345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90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B7C6A-10E5-521B-F118-4ABAC8508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D4E65-DD3A-ED3D-219D-4148239D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B8A1B9-3C80-55D0-57F5-3BA5572BF6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63224" y="2243683"/>
            <a:ext cx="4095516" cy="327229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CF6310F-934B-F0C0-9ECC-3FB09C2ECED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65145"/>
            <a:ext cx="5181600" cy="327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252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48C75-0D9B-A2F2-EA80-F5EB678C2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E8E4-611C-F8E6-529F-BFCA0EF68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BFB3A8-4762-3859-ED1F-F706DC7EE1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33918" y="2429449"/>
            <a:ext cx="3858163" cy="314368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6DBC0E-95C9-4ACB-B352-313935317D8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08325"/>
            <a:ext cx="5181600" cy="338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294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55422-6D6A-BA7C-63C2-0142CE26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C388A-58A9-151B-06D2-2E7140F2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059CC9-6DF5-ED69-3B8C-78B99EF081E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72050" y="2410397"/>
            <a:ext cx="3581900" cy="318179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FB5175-5C13-32E1-8EC4-8C28E61488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96687"/>
            <a:ext cx="5181600" cy="320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615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B32FC-1D37-01C8-C3D1-700ACA1B3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90B67-2782-6F73-5314-F22961AF4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608C8C-2A7F-7296-CFA4-800C4DB5D3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67287" y="2472318"/>
            <a:ext cx="3591426" cy="3057952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31B920-5E79-3D9B-98B9-34C7ACB1992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5071"/>
            <a:ext cx="5181600" cy="345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33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4C84F7-EEB4-FED4-0292-B0793DA34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E64829-E1E7-47BC-3C4D-F8CBBBC96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50DE9D-20E9-B8D6-4CE4-09B3D4DF4F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1208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A5A93A-47A0-A1DC-2C4D-2FF30A496A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16311" r="-3" b="-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23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59073-C9E0-B87D-5574-B948A1AE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35DF1-973E-F9D2-C56C-AD242ABF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CC8B81-9C02-8798-8D75-8875130607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134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7BE289-D42D-50C6-A438-6B2D771D53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24727" r="2" b="2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11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FAEE2-9F47-6BA2-5DBF-AF648DA2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68119F-35D5-0709-DB36-37931F4FA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8D9974E-A7EC-163D-D59D-6ABFFBEECF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490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3DD8A3-677D-A90D-7375-5C130ACEDF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17910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417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57AE5-F31E-3653-EECB-71CA44F3E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E0B26-DB95-09DB-43FF-06842333D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AD8A21-4E68-3FA7-BB50-5CE02E466E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88" r="3" b="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0B89EA-F5B0-BEC5-7644-FF0F538413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18043" r="-2" b="-2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702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F1292-D5B0-BC81-9ECA-9906A5AC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808A8-1826-9DB3-D2A6-25C7153A8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374675-3907-09A6-A593-AC7BAE6C73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3" r="-2" b="-2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CEE256-3D88-04FE-5459-058EDCA9F4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1947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088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94E4E-A6AE-2D99-AC21-7B75E7A4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261E-A849-6720-E4DF-9245871C7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based                Amino-acid based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DA97B6-2A4A-2367-F0C4-8055B92965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91050" y="2453265"/>
            <a:ext cx="3943900" cy="3096057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6C3EA68-8C3C-0935-9380-4D5D6630CD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06877"/>
            <a:ext cx="5181600" cy="338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68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49C74-CF14-4004-2741-90498E0CB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A1045-625F-66AB-47AD-21B72560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848490-1945-2D1E-6BB6-E4150B584F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19681" y="2505660"/>
            <a:ext cx="3486637" cy="2991267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2DBB98-77E6-CE56-6AED-950ADCB889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31304"/>
            <a:ext cx="5181600" cy="333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17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BEF5-EBB5-A7CA-A483-E2AD17246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3F834-B8DE-DB35-0ABA-E82C0210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5E5C59-A29E-5887-2DAC-2ED648D580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95839" y="2481844"/>
            <a:ext cx="3734321" cy="303889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1293ED-2523-2362-6565-E6DDC5A551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88599"/>
            <a:ext cx="5181600" cy="362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07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66B7-D1B5-2B9F-B505-4CD10F65A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E1018-4EFD-859F-A060-E88630DC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742A36-4B7C-4E2A-1154-4F69ED4768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91076" y="2544290"/>
            <a:ext cx="3743847" cy="298174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2B83C18-820A-E402-A60F-9FDAFBC517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38888"/>
            <a:ext cx="5181600" cy="332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5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9213F-8F7B-E0DB-3A05-862FC42FE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E0D85-7C8D-38DC-B2CD-20A9157DF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FC5F2F-D973-8568-482E-D03BFC7EEC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67260" y="2429449"/>
            <a:ext cx="3791479" cy="314368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072F5D9-9673-9E75-680C-9CB4DEDA92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37281"/>
            <a:ext cx="5181600" cy="352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052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D15F53-8718-4F4E-08D8-06745348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CA83D7-3843-1155-F2C0-92CB8ADD8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BCC405-9EED-1FE3-651F-AD5D4FF111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7" r="-3" b="-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84E699-86F5-D37D-4036-7B56D08EB3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25493" r="3" b="3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78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08A7E-0FD5-76C6-8CF8-D810FA74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95AC5-E32B-4268-1FF4-AE0CE45F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412FF87-B5E3-8C99-DE97-32C9260D94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8" r="-3" b="-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077AFA-BABC-022D-AB2F-7B0FD63FF1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18750" r="-2" b="-2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56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D72A01-2C94-E600-6E80-670DE6E9E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C2203-68E5-5C90-714E-9954FEC9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244FEE-04CA-0B0E-BDE1-78DC975A3B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" r="-1" b="-1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432111B-BB9E-08E4-5360-EFD4AE0D85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52971" y="2796213"/>
            <a:ext cx="3820058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22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2C776-41D2-7FBA-6DCC-627EBD78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5F9748-0612-285F-BC19-081A10E74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FA1875-1DC2-5CE3-189C-4231718189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18" b="-2"/>
          <a:stretch>
            <a:fillRect/>
          </a:stretch>
        </p:blipFill>
        <p:spPr>
          <a:xfrm>
            <a:off x="181234" y="2381114"/>
            <a:ext cx="5828261" cy="3907097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6A375D4B-7F76-DBDF-C15B-6C69DA55F88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775603"/>
            <a:ext cx="5828261" cy="311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8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18328-00D5-7D78-937C-A63D87A2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51D51A-C79D-7D87-2E94-61AB57551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A7C5DAF-3111-6D9D-F087-2E51C0583C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r="-2" b="-2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01A2399-EBFB-4648-7B8F-19DF4F4BEE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43418" y="2624739"/>
            <a:ext cx="4039164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B826C-D3BE-7906-5D67-6C210EB2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64D087-3BD0-22B0-B95D-B69024EE7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0AB4DF-C3CC-3F14-8950-5C5264ECAA5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83" y="2365285"/>
            <a:ext cx="5646962" cy="3938756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6589A1C-6047-BB21-901D-876525C56D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574580" y="2453265"/>
            <a:ext cx="5331844" cy="385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42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9105A-2D58-D1FE-935D-A88BAF97D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BF783-3681-81EA-7E57-8217792B4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570815-1A34-A377-3AA1-9428A4F03C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3" y="2365285"/>
            <a:ext cx="5708342" cy="393875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8D023C4-E70D-E890-4109-4322DF1FD5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549044"/>
            <a:ext cx="5828261" cy="357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5288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05E0E-BF02-895A-7A9B-B86479833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8C2061-EF80-073D-93B3-3923013E7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A233C0-B213-BD28-42DB-F7A1CAC738D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16" y="2365285"/>
            <a:ext cx="5216896" cy="393875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396D79C-BCFB-7CF6-01E9-C79958D329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600756"/>
            <a:ext cx="5828261" cy="346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35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6F7BC-F213-9064-C73F-B83384EB5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22FF9-E1E1-694C-174B-BCD11B831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EBA3595-9733-C532-4B6B-A2725C838A9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989" y="2365285"/>
            <a:ext cx="5508750" cy="393875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0C3EDD8-F02F-EB47-BDD8-0CFC1283C6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64414" y="2534239"/>
            <a:ext cx="5146774" cy="351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8503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2B713-630C-E77E-B5E7-8CAA1EB12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0FAD-F45A-4928-5B78-5D757485B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FDC8E0-76DF-718F-F242-8A19514989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11310"/>
            <a:ext cx="5181600" cy="377996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E38A077-A2DE-FAE6-F67E-2079067631B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480842" y="2934345"/>
            <a:ext cx="5135029" cy="295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659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03871-0001-C8E0-52FD-6B136855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8A612-5C2A-3380-0F8B-4387DF00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8D717F-0DF5-1B71-6531-724EF81B76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25" y="2365285"/>
            <a:ext cx="5528078" cy="393875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074F4D6-274C-3F06-9EEA-D03C985058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32718" y="2710476"/>
            <a:ext cx="5821311" cy="359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0129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96B0A-B692-6493-33B9-C7351D5E7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A7AC5-D5A5-BCB0-6444-E532E672A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BBC74F-EDD4-42EC-7B01-5BD98505A4B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3888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142F078-F7A2-1F92-BB23-D45139ED7F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76697" y="2491371"/>
            <a:ext cx="5043963" cy="389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10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9099F-10C2-442A-DC7A-D75EB771E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FDB5D-BE51-A485-0618-C09DE88C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0F0A2E-586F-056B-906A-D0CC9B7816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4231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43EF61A-ADC6-1C50-2082-F20D218C7E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12442" y="2343143"/>
            <a:ext cx="4798666" cy="39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9883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27A970-16A7-199A-9F59-8E0F7D87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DE52-7458-880F-937D-98B7C7C28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073B48-37F8-19B6-7CF6-ED5FCF8400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91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459BE9D-2AD0-F573-8E9A-0323F34C93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29181" y="2443739"/>
            <a:ext cx="3667637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711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62855-71D4-5F47-70D1-13481ECB2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21415-C182-A888-4435-6DB054651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8B2C61-8354-31E3-BBA9-C305FD119A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8480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82F636A-19E5-5BCB-3EC6-4F68FFE7155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41841" y="2410448"/>
            <a:ext cx="4831162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0319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885318-8250-E6A0-3BA0-62D701B96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178EB5-6396-2F37-238B-A2C46C0AD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3B7299-8A49-BCCB-CC75-EA87C4E806D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4" r="3" b="3"/>
          <a:stretch>
            <a:fillRect/>
          </a:stretch>
        </p:blipFill>
        <p:spPr>
          <a:xfrm>
            <a:off x="181234" y="2381117"/>
            <a:ext cx="5828261" cy="390709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7596EFD-F42F-0C1D-9107-8B8CD6F596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593292"/>
            <a:ext cx="5828261" cy="348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6635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5705B4-3B74-D0E4-B9C0-A2AF9710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11AB0-5FFB-C34B-88FE-46CDF2018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6A66DB-173E-1C89-D91F-D4CF4293D51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r="-2" b="-2"/>
          <a:stretch>
            <a:fillRect/>
          </a:stretch>
        </p:blipFill>
        <p:spPr>
          <a:xfrm>
            <a:off x="181234" y="2381122"/>
            <a:ext cx="5828261" cy="390708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9A9E3F4-295D-BABF-7E79-1A0E559C90E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455815"/>
            <a:ext cx="5828261" cy="375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53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6B590-8847-EAED-5C76-F7FAFC5FD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6D7AE-3D2D-00BD-41FD-161B9E40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E501AC-6295-6689-1606-D28BB4672C5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2490"/>
          <a:stretch>
            <a:fillRect/>
          </a:stretch>
        </p:blipFill>
        <p:spPr>
          <a:xfrm>
            <a:off x="181234" y="2381124"/>
            <a:ext cx="5828261" cy="3907078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026A936-DF2E-0A10-E58D-BAC6464E324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389481"/>
            <a:ext cx="5828261" cy="389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114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8FC794-6168-CF7E-D3BB-95C48B181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2BDCF-6FF5-3988-40CF-D81AD4B8D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D71E5A-285C-2E0E-53C7-178B03C28D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34" y="2425908"/>
            <a:ext cx="5828261" cy="381751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0722E37-214E-4F8E-5473-F7EAB868C5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549758"/>
            <a:ext cx="5828261" cy="356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595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880FA-BB81-5466-65FE-3E8DC415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77873F-F305-BD3F-6508-BAE2443D9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CC4747-B3BF-E543-FB34-BEC90C87C5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91" y="2365285"/>
            <a:ext cx="5567147" cy="3938756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B1B1A04-1479-D495-AA8A-5E73420196A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590657"/>
            <a:ext cx="5828261" cy="348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313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D0FCC-A3ED-5DDA-BA23-6A7273B6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7D8D19-3084-E31B-329C-920B87BDA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CB05FD4-241D-3DDF-958A-00312EA23D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616"/>
          <a:stretch>
            <a:fillRect/>
          </a:stretch>
        </p:blipFill>
        <p:spPr>
          <a:xfrm>
            <a:off x="181234" y="2381127"/>
            <a:ext cx="5828261" cy="3907071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132EE83-90BA-2E3F-8EA1-AFF0EF7290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484888"/>
            <a:ext cx="5828261" cy="36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4204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DD72A-3520-3BFB-72EE-B7275547D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C3A67-5E20-1B01-4918-EF7670E2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61A0E63-81F5-4B86-DE3F-D704BE9857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016"/>
          <a:stretch>
            <a:fillRect/>
          </a:stretch>
        </p:blipFill>
        <p:spPr>
          <a:xfrm>
            <a:off x="181234" y="2381125"/>
            <a:ext cx="5828261" cy="3907075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4A66358-16F9-0E9E-5854-8CB1A4D973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531014"/>
            <a:ext cx="5828261" cy="360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501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1E033-9B82-B9DB-68AF-234680CC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B9CEEA-BCFB-14A3-AC32-F0001808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1C472F7-7A2C-310C-DE36-419C81D76D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7851"/>
          <a:stretch>
            <a:fillRect/>
          </a:stretch>
        </p:blipFill>
        <p:spPr>
          <a:xfrm>
            <a:off x="181234" y="2381116"/>
            <a:ext cx="5828261" cy="3907093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ACE6011-47E2-CF67-33F0-D591443880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507669"/>
            <a:ext cx="5828261" cy="365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370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6FB12-3135-EAD7-8C78-5D56BA224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FBA47-70BA-2414-C22E-3C530FAFB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AC0730-BE7B-150C-724E-E79832F1DE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7534"/>
          <a:stretch>
            <a:fillRect/>
          </a:stretch>
        </p:blipFill>
        <p:spPr>
          <a:xfrm>
            <a:off x="181234" y="2381131"/>
            <a:ext cx="5828261" cy="3907063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E1E4B7D-C2BF-CAA4-8C49-D694C8F6BF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2505" y="2434764"/>
            <a:ext cx="5828261" cy="379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450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F2DE3-A803-3C16-451B-31DFCDCA6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F8DE91-E3F9-282A-BBE3-72D85CC48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F02DE33-A0E8-EBAB-D7E2-74DD1E6137E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6240"/>
          <a:stretch>
            <a:fillRect/>
          </a:stretch>
        </p:blipFill>
        <p:spPr>
          <a:xfrm>
            <a:off x="181234" y="2381116"/>
            <a:ext cx="5828261" cy="3907093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22092A93-3FED-D4F0-1044-E9C2C85E4E1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32345" y="2365285"/>
            <a:ext cx="5528580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983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C552F-39AD-DDCD-DD72-29626F667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35D06B-5A71-D940-1890-1427DEB46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170412"/>
            <a:ext cx="10178934" cy="132873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Features based                Amino-acid based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9CA71C7-FA88-40A7-3691-314886B9FA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776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791849-B251-AF15-5281-03ECDD6746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1613" r="5425" b="1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12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193</Words>
  <Application>Microsoft Office PowerPoint</Application>
  <PresentationFormat>Widescreen</PresentationFormat>
  <Paragraphs>48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Features based                New_Amino-acid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</vt:lpstr>
      <vt:lpstr>Features based                Amino-acid based</vt:lpstr>
      <vt:lpstr>Features based                Amino-acid based</vt:lpstr>
      <vt:lpstr>Features based                Amino-acid based</vt:lpstr>
      <vt:lpstr>Features based                Amino-acid based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Shadi Sfr</dc:creator>
  <cp:lastModifiedBy>pouya mirzaiy</cp:lastModifiedBy>
  <cp:revision>5</cp:revision>
  <dcterms:created xsi:type="dcterms:W3CDTF">2026-02-04T20:53:27Z</dcterms:created>
  <dcterms:modified xsi:type="dcterms:W3CDTF">2026-06-13T23:11:28Z</dcterms:modified>
</cp:coreProperties>
</file>